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COMEX • Sécurité &amp; DevSecOps • Mai 2026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OpenBao vs GitLab Secret Manager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clé : </a:t>
            </a:r>
            <a:pPr indent="0" marL="0">
              <a:buNone/>
            </a:pPr>
            <a:r>
              <a:rPr lang="en-US" sz="130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Secret Manager est </a:t>
            </a:r>
            <a:pPr indent="0" marL="0">
              <a:buNone/>
            </a:pPr>
            <a:r>
              <a:rPr lang="en-US" sz="1300" b="1" i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construit sur OpenBao</a:t>
            </a:r>
            <a:pPr indent="0" marL="0">
              <a:buNone/>
            </a:pPr>
            <a:r>
              <a:rPr lang="en-US" sz="130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(ADR 007). Le choix porte sur </a:t>
            </a:r>
            <a:pPr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niveau de contrôle et le coût</a:t>
            </a:r>
            <a:pPr indent="0" marL="0">
              <a:buNone/>
            </a:pPr>
            <a:r>
              <a:rPr lang="en-US" sz="130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pas sur la technologie sous-jacente.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920240"/>
            <a:ext cx="5166360" cy="3291840"/>
          </a:xfrm>
          <a:prstGeom prst="rect">
            <a:avLst/>
          </a:prstGeom>
          <a:solidFill>
            <a:srgbClr val="F7F9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920240"/>
            <a:ext cx="516636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9202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OpenBao (auto-hébergé)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24688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Foundation • MPL 2.0 • Souverain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278892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Contrôle total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 la surface fonctionnelle : KV, PKI, Transit, Dynamic secrets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consommateurs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GitLab, Jenkins, K8s, Terraform, ArgoCD, Ansible…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licence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 — exploitation à votre charge (compétences DevSecOps)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Souveraineté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Compatible SecNumCloud, ANSSI, NIS2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355080" y="1920240"/>
            <a:ext cx="5166360" cy="3291840"/>
          </a:xfrm>
          <a:prstGeom prst="rect">
            <a:avLst/>
          </a:prstGeom>
          <a:solidFill>
            <a:srgbClr val="F7F9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1920240"/>
            <a:ext cx="5166360" cy="50292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1920240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B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GitLab Secret Manager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46888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Inc. • Ultimate uniquement • Beta (18.8 / 18.10)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629400" y="2788920"/>
            <a:ext cx="4709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UX intégrée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de secrets directe depuis l'UI projet/groupe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limité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 / CI-CD uniquement — pas de PKI ni Transit exposés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licence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~99 $/user/mois (vs Premium 29 $)</a:t>
            </a:r>
            <a:endParaRPr lang="en-US" sz="13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Verrouillage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forte à GitLab — non utilisable hors plateforme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5486400"/>
            <a:ext cx="10881360" cy="1051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5486400"/>
            <a:ext cx="109728" cy="1051560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5596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14400" y="587044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auto-hébergé + GitLab Premium </a:t>
            </a:r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(intégration Vault native).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Architecture la plus flexible, souveraine et économique. GitLab SM reste pertinent à terme pour les équipes 100 % GitLab, à réévaluer une fois en GA.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338560" y="6583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320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COMEX • Décision &amp; impact financier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5943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financier et plan d'action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annuel — scénario 100 développeurs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3611880" cy="1783080"/>
          </a:xfrm>
          <a:prstGeom prst="rect">
            <a:avLst/>
          </a:prstGeom>
          <a:solidFill>
            <a:srgbClr val="F7F9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783080"/>
            <a:ext cx="3611880" cy="73152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8424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RECOMMANDÉE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22402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~85 k€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868680" y="2990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+ OpenBao auto-hébergé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227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35 k€ + exploitation ~50 k€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89120" y="1783080"/>
            <a:ext cx="3611880" cy="1783080"/>
          </a:xfrm>
          <a:prstGeom prst="rect">
            <a:avLst/>
          </a:prstGeom>
          <a:solidFill>
            <a:srgbClr val="F7F9FC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783080"/>
            <a:ext cx="3611880" cy="73152"/>
          </a:xfrm>
          <a:prstGeom prst="rect">
            <a:avLst/>
          </a:prstGeom>
          <a:solidFill>
            <a:srgbClr val="F4B942"/>
          </a:solidFill>
          <a:ln w="12700">
            <a:solidFill>
              <a:srgbClr val="F4B9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198424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17720" y="22402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~110 k€</a:t>
            </a:r>
            <a:endParaRPr lang="en-US" sz="5400" dirty="0"/>
          </a:p>
        </p:txBody>
      </p:sp>
      <p:sp>
        <p:nvSpPr>
          <p:cNvPr id="16" name="Text 14"/>
          <p:cNvSpPr/>
          <p:nvPr/>
        </p:nvSpPr>
        <p:spPr>
          <a:xfrm>
            <a:off x="4617720" y="2990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Ultimate + Secret Manager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3227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Exploitation incluse • beta non garantie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138160" y="1783080"/>
            <a:ext cx="3611880" cy="1783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38160" y="1783080"/>
            <a:ext cx="3611880" cy="73152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1984248"/>
            <a:ext cx="3246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ÉCONOMIE ANNUELLE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366760" y="2240280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~25 k€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8366760" y="29900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faveur de l'option recommandée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366760" y="32278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indépendance et couverture multi-outils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40080" y="3886200"/>
            <a:ext cx="5166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886200"/>
            <a:ext cx="73152" cy="233172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023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Risques à anticiper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914400" y="438912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GitLab SM en beta : pas de SLA, secrets non conservés à la GA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Saut Premium → Ultimate non justifié par le seul SM (+70 $/user/mois)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OpenBao : projet jeune comme entité indépendante (depuis fin 2023)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OpenBao à internaliser ou contractualiser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355080" y="3886200"/>
            <a:ext cx="5166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6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355080" y="3886200"/>
            <a:ext cx="73152" cy="2331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29400" y="4023360"/>
            <a:ext cx="4709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d'action proposé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629400" y="4389120"/>
            <a:ext cx="4709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T0 – T+1 mois 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OpenBao (HA + intégration GitLab via OIDC)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T+2 – T+3 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pilote sur 1 BU, formation équipes plateforme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T+4 – T+6 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généralisation, audit ANSSI/SecNumCloud si requis</a:t>
            </a:r>
            <a:endParaRPr lang="en-US" sz="11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T+12 : </a:t>
            </a:r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1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réévaluation GitLab SM (post-GA) pour cas d'usage ciblés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40080" y="6400800"/>
            <a:ext cx="10881360" cy="320040"/>
          </a:xfrm>
          <a:prstGeom prst="rect">
            <a:avLst/>
          </a:prstGeom>
          <a:solidFill>
            <a:srgbClr val="151B45"/>
          </a:solidFill>
          <a:ln w="12700">
            <a:solidFill>
              <a:srgbClr val="151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7240" y="6400800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B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 DEMANDÉE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du budget POC OpenBao (~25 k€) et confirmation de la stratégie « OpenBao + GitLab Premium »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58368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OpenBao vs GitLab Secret Manager - COMEX</dc:title>
  <dc:subject>PptxGenJS Presentation</dc:subject>
  <dc:creator>Massi</dc:creator>
  <cp:lastModifiedBy>Massi</cp:lastModifiedBy>
  <cp:revision>1</cp:revision>
  <dcterms:created xsi:type="dcterms:W3CDTF">2026-05-12T15:35:11Z</dcterms:created>
  <dcterms:modified xsi:type="dcterms:W3CDTF">2026-05-12T15:35:11Z</dcterms:modified>
</cp:coreProperties>
</file>