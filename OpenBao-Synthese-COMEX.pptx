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6576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 · DSI / SÉCURITÉ DES SECRETS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Notre gestion des secrets nous expose,</a:t>
            </a:r>
            <a:endParaRPr lang="en-US" sz="3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 ne tiendra pas le prochain audit.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 : une instance Barbican par projet OpenStack — pas de MFA propre, audit fragmenté, rotation manuelle, politique non opposable.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2651760" cy="2286000"/>
          </a:xfrm>
          <a:prstGeom prst="rect">
            <a:avLst/>
          </a:prstGeom>
          <a:solidFill>
            <a:srgbClr val="12173D"/>
          </a:solidFill>
          <a:ln w="12700">
            <a:solidFill>
              <a:srgbClr val="1217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017520"/>
            <a:ext cx="64008" cy="2286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RÉGLEMENTAIRE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MFA absent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251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Barbican s'appuie uniquement sur Keystone. Pas de MFA sur les opérations sensibles — exigence DORA, NIS2, ISO 27001.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3017520"/>
            <a:ext cx="2651760" cy="2286000"/>
          </a:xfrm>
          <a:prstGeom prst="rect">
            <a:avLst/>
          </a:prstGeom>
          <a:solidFill>
            <a:srgbClr val="12173D"/>
          </a:solidFill>
          <a:ln w="12700">
            <a:solidFill>
              <a:srgbClr val="1217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3017520"/>
            <a:ext cx="64008" cy="2286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CONFORMITÉ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6616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fragmenté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66160" y="4251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projets = N journaux hétérogènes. Impossible de répondre rapidement à un auditeur ou de tracer un incident transverse.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017520"/>
            <a:ext cx="2651760" cy="2286000"/>
          </a:xfrm>
          <a:prstGeom prst="rect">
            <a:avLst/>
          </a:prstGeom>
          <a:solidFill>
            <a:srgbClr val="12173D"/>
          </a:solidFill>
          <a:ln w="12700">
            <a:solidFill>
              <a:srgbClr val="1217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017520"/>
            <a:ext cx="64008" cy="2286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OPÉRATIONNEL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Rotation manuelle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0800" y="4251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TTL, pas de leasing. Les secrets vivent jusqu'à ce qu'on pense à les changer. PCI-DSS exige 90 j.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61120" y="3017520"/>
            <a:ext cx="2651760" cy="2286000"/>
          </a:xfrm>
          <a:prstGeom prst="rect">
            <a:avLst/>
          </a:prstGeom>
          <a:solidFill>
            <a:srgbClr val="12173D"/>
          </a:solidFill>
          <a:ln w="12700">
            <a:solidFill>
              <a:srgbClr val="1217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1120" y="3017520"/>
            <a:ext cx="64008" cy="2286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GOUVERNANCE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23544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Politique non opposable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235440" y="4251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projet définit son RBAC. Aucune politique transverse de gestion des secrets applicable d'office.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5943600"/>
            <a:ext cx="12161520" cy="5029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597103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</a:rPr>
              <a:t>POURQUOI MAINTENANT 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· NIS2 · ISO 27001 · PCI-DSS exigent traçabilité, MFA, rotation. Démontrer la conformité avec N silos hétérogènes est devenu intenable.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centralisé · Synthèse direction · Confidentiel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6576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· OPENBAO CENTRALISÉ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plateforme unique de gestion des secrets —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conforme, mutualisée, démontrable.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— fork open-source de Vault hébergé par la Linux Foundation — déployé en cluster HA 3 nœuds. Une seule politique, un seul audit, un seul plan de réponse.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55321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788920"/>
            <a:ext cx="553212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8036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 · Barbican par projet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5166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silos à exploiter, patcher, sauvegarder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MFA propre, audit fragmenté projet par projet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manuelle, secrets statiques uniquement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défini par chaque projet, pas de politique groupe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difficile à démontrer en audit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2788920"/>
            <a:ext cx="55321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2788920"/>
            <a:ext cx="55321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288036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DEMAIN · OpenBao centralisé HA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3429000"/>
            <a:ext cx="5166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cluster HA Raft 3 nœuds — 1 service à opérer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natif par opération · audit log chaîné non-répudiable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Rotation, TTL, dynamic secrets (DB, cloud, PKI)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 transverse YAML versionnée en Git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ISO 27001 · NIS2 · DORA · RGPD démontrable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5989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à opérer au lieu de 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206240" y="5989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100 %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opérations tracées et opposables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955280" y="5989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de licence — open-source LF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centralisé · Synthèse direction · Confidentiel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6576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ATTENDUE · COMEX &amp; DSI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Validez le lancement du projet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OpenBao centralisé.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engagements demandés au COMEX. Une trajectoire de 6 mois, jalonnée et auditable.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3703320" cy="1783080"/>
          </a:xfrm>
          <a:prstGeom prst="rect">
            <a:avLst/>
          </a:prstGeom>
          <a:solidFill>
            <a:srgbClr val="12173D"/>
          </a:solidFill>
          <a:ln w="12700">
            <a:solidFill>
              <a:srgbClr val="1217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697480"/>
            <a:ext cx="3703320" cy="640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26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Mandat de gouvernance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 transverse de gestion des secrets opposable à tous les projets, et arrêt progressif des Barbican projet.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25112" y="2697480"/>
            <a:ext cx="3703320" cy="1783080"/>
          </a:xfrm>
          <a:prstGeom prst="rect">
            <a:avLst/>
          </a:prstGeom>
          <a:solidFill>
            <a:srgbClr val="12173D"/>
          </a:solidFill>
          <a:ln w="12700">
            <a:solidFill>
              <a:srgbClr val="1217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2697480"/>
            <a:ext cx="3703320" cy="640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2926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99432" y="33832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Sponsoring exécutif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99432" y="38404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voix au COMEX pour porter le projet auprès des directions métier et sécuriser l'adhésion à la migration.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93024" y="2697480"/>
            <a:ext cx="3703320" cy="1783080"/>
          </a:xfrm>
          <a:prstGeom prst="rect">
            <a:avLst/>
          </a:prstGeom>
          <a:solidFill>
            <a:srgbClr val="12173D"/>
          </a:solidFill>
          <a:ln w="12700">
            <a:solidFill>
              <a:srgbClr val="1217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93024" y="2697480"/>
            <a:ext cx="3703320" cy="640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67344" y="2926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467344" y="33832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projet 6 mois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467344" y="38404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projet 2 ETP sécu + 1 ETP infra, build cluster HA mutualisé, accompagnement (à chiffrer DAF).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88720" y="5230368"/>
            <a:ext cx="9784080" cy="274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" y="5157216"/>
            <a:ext cx="182880" cy="18288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754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5440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COMEX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54096" y="5157216"/>
            <a:ext cx="182880" cy="18288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14016" y="4754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M+1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14016" y="5440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HA pré-prod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10912" y="5157216"/>
            <a:ext cx="182880" cy="18288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4754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M+2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70832" y="5440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+ audit validés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67728" y="5157216"/>
            <a:ext cx="182880" cy="18288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7648" y="4754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M+3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27648" y="5440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2 projets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924544" y="5157216"/>
            <a:ext cx="182880" cy="18288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84464" y="4754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M+5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84464" y="5440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80 % du parc migré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881360" y="5157216"/>
            <a:ext cx="182880" cy="18288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41280" y="4754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M+6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241280" y="5440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Décommissionnement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5989320"/>
            <a:ext cx="12161520" cy="4572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01675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</a:rPr>
              <a:t>BÉNÉFICE ATTENDU 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service de secrets sécurisé, conforme et mutualisé — démontrable au prochain audit ISO / NIS2 / DORA.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centralisé · Synthèse direction · Confidentiel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Confidentiel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OpenBao centralisé — Synthèse COMEX/DSI</dc:title>
  <dc:subject>PptxGenJS Presentation</dc:subject>
  <dc:creator>DSI · Sécurité des secrets</dc:creator>
  <cp:lastModifiedBy>DSI · Sécurité des secrets</cp:lastModifiedBy>
  <cp:revision>1</cp:revision>
  <dcterms:created xsi:type="dcterms:W3CDTF">2026-05-12T17:55:45Z</dcterms:created>
  <dcterms:modified xsi:type="dcterms:W3CDTF">2026-05-12T17:55:45Z</dcterms:modified>
</cp:coreProperties>
</file>